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FDC9-E508-4327-8DBE-1F6D0F6919A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0693-7323-4373-8974-852D60246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14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FDC9-E508-4327-8DBE-1F6D0F6919A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0693-7323-4373-8974-852D60246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81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FDC9-E508-4327-8DBE-1F6D0F6919A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0693-7323-4373-8974-852D60246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25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FDC9-E508-4327-8DBE-1F6D0F6919A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0693-7323-4373-8974-852D60246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408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FDC9-E508-4327-8DBE-1F6D0F6919A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0693-7323-4373-8974-852D60246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921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FDC9-E508-4327-8DBE-1F6D0F6919A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0693-7323-4373-8974-852D60246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014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FDC9-E508-4327-8DBE-1F6D0F6919A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0693-7323-4373-8974-852D60246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999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FDC9-E508-4327-8DBE-1F6D0F6919A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0693-7323-4373-8974-852D60246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81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FDC9-E508-4327-8DBE-1F6D0F6919A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0693-7323-4373-8974-852D60246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264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FDC9-E508-4327-8DBE-1F6D0F6919A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0693-7323-4373-8974-852D60246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823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FDC9-E508-4327-8DBE-1F6D0F6919A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0693-7323-4373-8974-852D60246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450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FDC9-E508-4327-8DBE-1F6D0F6919A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0693-7323-4373-8974-852D6024620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9901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FDC9-E508-4327-8DBE-1F6D0F6919A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0693-7323-4373-8974-852D60246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4615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FDC9-E508-4327-8DBE-1F6D0F6919A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0693-7323-4373-8974-852D60246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269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FDC9-E508-4327-8DBE-1F6D0F6919A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0693-7323-4373-8974-852D60246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193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FDC9-E508-4327-8DBE-1F6D0F6919A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0693-7323-4373-8974-852D60246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7628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FDC9-E508-4327-8DBE-1F6D0F6919A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0693-7323-4373-8974-852D60246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15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A85FDC9-E508-4327-8DBE-1F6D0F6919A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50693-7323-4373-8974-852D60246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8699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FFAF0-BAE1-7B3F-DE3A-CB12F16B3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1"/>
            <a:ext cx="8825658" cy="133197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Slide&gt;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339F05-40B0-5F8E-CCF7-90B32F7FE0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&lt;Include Company name, tag line, logo and Founder(s) details&gt;</a:t>
            </a:r>
          </a:p>
        </p:txBody>
      </p:sp>
    </p:spTree>
    <p:extLst>
      <p:ext uri="{BB962C8B-B14F-4D97-AF65-F5344CB8AC3E}">
        <p14:creationId xmlns:p14="http://schemas.microsoft.com/office/powerpoint/2010/main" val="3439723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8C399-569C-8FAA-0156-FCF794155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C1AE6-F57D-E6C5-066F-CA051BD6D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Landscape</a:t>
            </a:r>
          </a:p>
          <a:p>
            <a:pPr marL="457200" indent="-4572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 Solution</a:t>
            </a:r>
          </a:p>
          <a:p>
            <a:pPr marL="457200" indent="-4572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Overview</a:t>
            </a:r>
          </a:p>
          <a:p>
            <a:pPr marL="457200" indent="-457200">
              <a:buAutoNum type="arabicPeriod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Tech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Stack/ Tools Used</a:t>
            </a:r>
          </a:p>
          <a:p>
            <a:pPr marL="457200" indent="-4572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Timeline</a:t>
            </a:r>
          </a:p>
          <a:p>
            <a:pPr marL="457200" indent="-4572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potential</a:t>
            </a:r>
          </a:p>
          <a:p>
            <a:pPr marL="457200" indent="-4572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Model</a:t>
            </a:r>
          </a:p>
          <a:p>
            <a:pPr marL="457200" indent="-457200"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IN" dirty="0"/>
          </a:p>
          <a:p>
            <a:pPr marL="457200" indent="-4572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127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5CAEC-EDC2-DB60-D127-046201508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A964E-03FB-AC06-C5F2-0E8BAA197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statement, critical market gaps, customer pain points &amp; existing solutions that create a compelling need for innovation&gt;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9346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AA1A-5CE6-02EC-E0B6-D65FF2D5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982F9-BE9B-85D1-E55D-2BF6BB006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a  scalable, technology-driven solution that solves [specific problem] for [target audience] with measurable efficiency and impact&gt;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036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8A7F5-023F-69F7-D674-F12081BF5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49CF7-CE6F-BFA6-1A3D-BCD586E1D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&lt;Include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working model of the product, highlight its core features, demonstrate real-world usability, and provide visual proof of concept validation&gt;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711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099F-46D6-1CD9-1A8D-54B266D80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Tech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Stack/Tools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BD0AE-2AA1-364E-875F-A42C65F1B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the core technologies, frameworks, tools, and platforms used to build, deploy, and scale the solution efficiently and securely&gt;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66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F6985-C512-CF12-C8E6-3807127D5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F4A73-E96E-4E36-1563-66C4F40E0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a structured roadmap highlighting past achievements and upcoming milestones that demonstrate clear execution and scalable growth planning&gt;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18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2B7E-81FB-E8B7-C19D-8B3DE64EB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70F94-B08D-4391-40F6-B80C6912E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&lt;Highlight the size, growth rate, and revenue opportunity within the target market, demonstrating the scalability and long-term viability of the venture&gt;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273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6D7D0-5100-AECD-24F4-0CD15BDEE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8F2F3-86FE-EC1A-5969-2F8DB90A3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Include a  clear and scalable revenue model outlining how to create, deliver, and capture value while driving long-term growth&gt;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4989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</TotalTime>
  <Words>223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Century Gothic</vt:lpstr>
      <vt:lpstr>Times New Roman</vt:lpstr>
      <vt:lpstr>Wingdings 3</vt:lpstr>
      <vt:lpstr>Ion</vt:lpstr>
      <vt:lpstr>&lt; Title Slide&gt;</vt:lpstr>
      <vt:lpstr>CONTENTS</vt:lpstr>
      <vt:lpstr>Problem Landscape</vt:lpstr>
      <vt:lpstr>Innovative Solution</vt:lpstr>
      <vt:lpstr>Prototype Overview</vt:lpstr>
      <vt:lpstr>Tech Stack/Tools Used</vt:lpstr>
      <vt:lpstr>Development Timeline</vt:lpstr>
      <vt:lpstr>Market Potential</vt:lpstr>
      <vt:lpstr>Business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alphy</dc:creator>
  <cp:lastModifiedBy>anna alphy</cp:lastModifiedBy>
  <cp:revision>2</cp:revision>
  <dcterms:created xsi:type="dcterms:W3CDTF">2026-02-16T05:35:17Z</dcterms:created>
  <dcterms:modified xsi:type="dcterms:W3CDTF">2026-07-21T07:32:58Z</dcterms:modified>
</cp:coreProperties>
</file>